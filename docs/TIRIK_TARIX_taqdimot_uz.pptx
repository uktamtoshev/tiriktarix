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«Algoritm» so'zi qayerdan kelgan? Bu — odamning ismi, Muhammad al-Xorazmiy. Dunyodagi har bir dasturchi har kuni yurtdoshimizning ismini tilga oladi, bizning o'quvchilarimiz esa u haqda deyarli hech narsa bilmaydi. Mening ismim Mirabror, 11 yoshdaman, va buni tuzatish uchun TIRIK TARIX ni yaratdim.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bolalarda emas. Maktabda tarix — bu paragraf va sanalar. So'rashga odam yo'q: Temur darslikda jim.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Ajdodlar zalini ochaman. Amir Temurni tanlayman va o'z so'zlarim bilan so'rayman: nega Samarqandni poytaxt qildingiz?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Agar tarixga bu noma'lum bo'lsa — qahramon o'ylab topmaydi. U «Bu haqda tarix sukut saqlaydi» deydi.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Ellik besh ajdod, to'qqiz yuz oltmish ikkita manbali fakt kartochkasi, bir ming ikki yuz yigirma yettita savol, sakkizta davr.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Multfilmlar ataylab 2-bosqichga qoldirilgan: video generatsiyasi — eng qimmat va xavfli texnologiya, uni muddat yo'liga qo'yib bo'lmaydi.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Boshqaruv paneli bor — tarixchi mazmunni dasturchisiz o'zi tahrirlaydi. O'zbek tilidagi ovoz ham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yil maqsadi — 20 ta maktab va 2 000 o'quvchi, kamida bittasi viloyat maktabi.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Tarix — bu o'lik sanalar emas. Bu — tirik ovozlar. Rahmat.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291840" cy="3794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737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TIRIK TARIX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937760" y="2606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tarixi — jonli muloqotda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93776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DE2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«Qahramonlar haqida o'qima — ular bilan gaplash»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937760" y="3611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Butunlay o'zbek tilida, butunlay bepul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4297680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12080" y="44348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Muallif: Mirabror, 11 yosh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uchun ariza · 2026-yil avgust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dasturda bor — unga qiziqish yo'q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al-xorazmi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783080"/>
            <a:ext cx="2926080" cy="356616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3920" y="5440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al-Xorazmiy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«ALGORITM» — BU ODAMNING ISMI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4008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dunyodagi har bir dasturchi har kuni tilga oladi. Bizning o'quvchilarimiz esa u haqda deyarli hech narsa bilmaydi.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01752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mln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2286000" y="30175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O'zbekiston tarixini majburiy fan sifatida o'rganadi; qariyb 1 mln abituriyent uni kirish imtihonida topshiradi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794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Paragraf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286000" y="37947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shakl — sanalarni yodlash. Bilim qolmaydi, so'rashga esa odam yo'q: darslik jim turadi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57200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4572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Bo'sh joy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286000" y="45720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 tarix haqida qiziqarli raqamli kontent deyarli yo'q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534924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5349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To'qiydi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2286000" y="53492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chat-bot yetishmagan faktni ishonch bilan o'ylab topadi. Bolalarga bunday bo'lmaydi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Temur haqida o'qimaydi — u bilan gaplashadi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amir-temu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20040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0624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 — bolalar mamlakat tarixini tarixiy shaxslar bilan o'zbek tilida suhbatlashib o'rganadigan bepul platforma.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06240" y="2880360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480560" y="3081528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805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30083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«Ajdodlar zali»ni ochadi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33192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ta shaxs — To'marisdan XX asr arboblarigacha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06240" y="3904488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4105656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20640" y="40325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Savolni o'z so'zlari bilan beradi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20640" y="4343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yoki ovoz orqali, o'zbek tilida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06240" y="4928616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80560" y="5129784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8056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5056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birinchi shaxsda javob beradi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120640" y="53675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ostida esa faktning manbasi turadi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farq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shaklni yaratadi — haqiqat uchun odamlar javob beradi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faktni o'ylab topa olmaydi. Bu va'da emas — bu arxitektura.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3865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kartochkalar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15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Modelga kontekst sifatida faqat metodist-tarixchi tasdiqlagan faktlar beriladi. Uning o'z bilimi yo'q.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2402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3865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darajali rad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2715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 yo'q → «Bu haqda tarix sukut saqlaydi». Mavzudan tashqari → «Iltimos, men haqimda savol ber».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6118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7581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Vafot chegarasi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0873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o'z vafot yilidan keyingi hech narsani bilmaydi. Maydon tekshiruv darajasida majburiy.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6118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37581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ko'rinadi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37960" y="40873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Ziyouz, UzA, O'zbekiston milliy ensiklopediyasi, maktab darsligi. Vikipediya manba sanalmaydi.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05840" y="5230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«Bu haqda tarix sukut saqlaydi»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56235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jim bo'lgan joyda qahramon ham jim. Birorta ham to'qilgan fakt yo'q — bu birinchi qoida.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maket emas — ilova ishlaydi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2026-yil 7-avgust holatiga, ishlayotgan bazadan olingan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47288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962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3447288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manbali fakt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kartochkasi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4496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5449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1 227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254496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61704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6170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9061704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davr: −3000 dan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bugungacha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4592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voqea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4340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3492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xaritadagi obyekt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05256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hujjatli film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4592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tarjimai hol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34340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34924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jihoz buyumi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05256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bazadagi jadval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To'maris, Shiroq va Spitamendan — Temur, Ulug'bek, Navoiy, al-Xorazmiy, Beruniy, Ibn Sino, jadidlar va XX asr arboblarigacha.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Ichida nima bor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tasdiqlangan fakt bazasi barcha bo'limlarni oziqlantiradi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Ajdodlar zali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 bilan suhbat, undan keyin mikro-sinov, kunlik topishmoq, adabiyotli tarjimai hol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96112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26864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Voqealar va xaritalar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26864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voqealik zamon lentasi va davrlar bo'yicha interaktiv tarixiy xaritalar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26864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01584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57616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Sinovlar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57616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1 227 savol, faktga havola bilan xatolar tahlili, flesh-kartalar, o'quvchilar bellashuvi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57616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6112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Kinozal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96112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Davrlar bo'yicha 17 hujjatli film, ko'rgandan keyin test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6112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70832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26864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mexanikasi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626864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darajalar va unvonlar, seriyalar, 10 arxetip va 32 jihozli qahramon, reyting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626864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01584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57616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Multfilmlar va o'qituvchi kabineti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357616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ssenariylar bo'yicha II-animatsiya, o'qituvchiga sinf natijalari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357616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2-bosqich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Texnologiyalar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To'laqonli mahsulot, konstruktordagi prototip emas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18288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3.5, PostgreSQL 16, Flyway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2697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Router), TypeScript, Tailwind CSS 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— kartochkalar qat'iy konteksti bilan RAG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434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86000" y="4434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nutqini sintez qilish va tanish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1828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92240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8 736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9224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qatori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34272" y="1828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34272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15 316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034272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qatori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92240" y="2743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9224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28 939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92240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qatori — bu kontent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34272" y="2743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34272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034272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9224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76656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Internetsiz ham ishlaydi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766560" y="418795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kaliti yoki aloqa bo'lmasa, dvigatel o'zi kartochkalar bo'yicha qidiruvga qaytadi. Ishonchlilik qoidalari ikkala rejimda bir xil — bu viloyat maktablari uchun muhim.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kontent baza migratsiyalarida yotadi va kod bilan birga versiyalanadi: har bir faktni kim va qachon tuzatgani ko'rinadi. Tarixchi mazmunni dasturchisiz, boshqaruv paneli orqali o'zi tahrirlaydi.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Bolalar xavfsizligi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minimal, ism esa hech qayerda ochiq emas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mirzo-ulugbe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834640" cy="347472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0" y="539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Mirzo Ulug'bek · 1394–1449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40080" y="182880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54480" y="19385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o'tmasdan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2402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narsadan darhol foydalanish mumkin: profil brauzerga bog'lanadi, XP va seriya saqlanadi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78892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289864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ochiq emas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54480" y="32004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Reyting, suhbat va bellashuvda faqat taxallus ko'rinadi. Ism-familiya va maktab — boshqaruv panelida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74904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554480" y="38587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pochta, na telefon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554480" y="41605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ma'lumotlar umuman yig'ilmaydi. Ro'yxatdan o'tishda — faqat maktabga kerak bo'lgani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" y="470916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4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554480" y="48188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Suhbatda ogohlantirish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554480" y="51206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Bolaga ochiq aytiladi: qahramon bilan suhbatda shaxsiy ma'lumotlaringni yozma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40080" y="576072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60120" y="57607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Hisobdan chiqish faqat tokenni o'chiradi — bolaning natijalari yo'qolmaydi.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Ijtimoiy model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hech qachon pul to'lamaydi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Bepul. Butunlay.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obuna, na reklama, na pullik qahramonlar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Moliyalashtirish manbalari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granti — 0–1-bosqichlar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ta'limning davlat dasturlari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CSR-homiylik: kontentga ta'sir qilmaydigan «davr homiysi» paketi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ta'lim grantlari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0292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 saqlash — yiliga taxminan $8 000. Ochiq smeta va yillik hisobot.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nimaga kerak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1488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56832" y="22219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Metodist-tarixchi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56832" y="2496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tekshiruvi — butun loyiha shunga tayanadi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2953512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56832" y="30266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TTS/STT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56832" y="33009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— asosiy texnik xavf va bola uchun asosiy hayrat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3758184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56832" y="3831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56832" y="41056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viloyatdagi o'quvchilar telefonda yashaydi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4562856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56832" y="46360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pilotlari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56832" y="49103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toshkentlik loyiha bo'lib qolmaslik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5367528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656832" y="5440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56832" y="5715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serverlar va model limitlari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Qayerga boramiz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206240" y="160020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480560" y="160020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Hozir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0" y="160020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Ishlayotgan platforma: 55 shaxs, 962 fakt, 1 227 savol, boshqaruv paneli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06240" y="265176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80560" y="265176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1-yil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0" y="265176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ilova, o'zbek ovozi, abituriyent trenajyori, 20 maktab va 2 000 o'quvchi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370332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370332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2-yil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370332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Multfilm-shortlar, «Qaror qabul qil» kvestlari, o'qituvchi kabineti, butun maktab dasturini qamrash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4892040"/>
            <a:ext cx="7315200" cy="914400"/>
          </a:xfrm>
          <a:prstGeom prst="roundRect">
            <a:avLst>
              <a:gd name="adj" fmla="val 6000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4983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«Tarix — o'lik sanalar emas, tirik ovozlar»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480560" y="5394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— bu o'lik sanalar emas. Bu — tirik ovozlar.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 · Mirabror, 11 yosh · Butunlay o'zbek tilida, butunlay bepul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TIRIK TARIX</dc:title>
  <dc:subject>PptxGenJS Presentation</dc:subject>
  <dc:creator>Mirabror</dc:creator>
  <cp:lastModifiedBy>Mirabror</cp:lastModifiedBy>
  <cp:revision>1</cp:revision>
  <dcterms:created xsi:type="dcterms:W3CDTF">2026-08-10T19:22:41Z</dcterms:created>
  <dcterms:modified xsi:type="dcterms:W3CDTF">2026-08-10T19:22:41Z</dcterms:modified>
</cp:coreProperties>
</file>