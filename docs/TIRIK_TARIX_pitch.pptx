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Ассалому алайкум. (пауза)
Поднимите руку, кто знает, откуда взялось слово «алгоритм». (пауза, посмотреть в зал)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имя человека. Мухаммад аль-Хорезми, родился в Хорезме больше тысячи лет назад.
Каждый программист в мире каждый день произносит имя нашего земляка — а наши дети про него ничего не знают.
Меня зовут Мираброр, мне 11 лет, и я сделал TIRIK TARIX, чтобы это исправить.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школе история — это параграф и даты. Спросить не у кого.
А если ребёнок спросит у обычного ИИ — тот уверенно выдумает. Детям так нельзя.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как это работает: ребёнок спрашивает Темура своими словами — Темур отвечает,
и под каждым ответом стоит источник из школьного учебника.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то, чего нет у обычных ИИ. Мой герой отвечает только по проверенной карточке.
Нет факта — честно молчит. Спросили не о нём — вежливо возвращает к теме.
И он не знает событий, которые случились после его смерти.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не идея на бумаге. Приложение работает: шесть разделов, 52 предка, 91 карточка
фактов, 110 вопросов, восемь эпох. Каждый факт — с источником из учебника.
Есть админ-панель: историк правит контент сам, без программиста.
И своя озвучка на узбекском — ребёнок может спросить голосом и услышать ответ.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Дети платить не будут никогда. Школа подключается бесплатно, а когда видит пользу —
берёт панель учителя: десять долларов в месяц за сто учеников, сто долларов за год.
Родители могут взять свою панель — видеть прогресс ребёнка.
Важно: платят за инструмент для взрослых, а не за знания для детей.
И первой школой станет моя собственная.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Нам почти не нужны деньги на технику: платформа работает на том, что уже есть
в кармане — на телефоне родителя и в школьном компьютерном классе.
Год работы стоит восемь тысяч долларов. Остальное — запас, чтобы проект прожил
три года, даже если ни одна школа не заплатит.
Цель года: весь контент заверен историками, двадцать школ, две тысячи учеников.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Мне 11 лет, и я хочу, чтобы дети говорили с предками на своём языке. Спасибо.
(Держать паузу. Не добавлять ничего после этой фразы.)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74320"/>
            <a:ext cx="347472" cy="22860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274320"/>
            <a:ext cx="22860" cy="347472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274320"/>
            <a:ext cx="347472" cy="22860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5" name="Shape 3"/>
          <p:cNvSpPr/>
          <p:nvPr/>
        </p:nvSpPr>
        <p:spPr>
          <a:xfrm>
            <a:off x="8828532" y="274320"/>
            <a:ext cx="22860" cy="347472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4869180"/>
            <a:ext cx="347472" cy="22860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4544568"/>
            <a:ext cx="22860" cy="347472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869180"/>
            <a:ext cx="347472" cy="22860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9" name="Shape 7"/>
          <p:cNvSpPr/>
          <p:nvPr/>
        </p:nvSpPr>
        <p:spPr>
          <a:xfrm>
            <a:off x="8828532" y="4544568"/>
            <a:ext cx="22860" cy="347472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TIRIK TARIX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Откуда взялось</a:t>
            </a:r>
            <a:endParaRPr lang="en-US" sz="4400" dirty="0"/>
          </a:p>
          <a:p>
            <a:pPr algn="ctr"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слово «алгоритм»?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Живая история Узбекистана — на узбекском, бесплатно, для детей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74320"/>
            <a:ext cx="347472" cy="22860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274320"/>
            <a:ext cx="22860" cy="347472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274320"/>
            <a:ext cx="347472" cy="22860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5" name="Shape 3"/>
          <p:cNvSpPr/>
          <p:nvPr/>
        </p:nvSpPr>
        <p:spPr>
          <a:xfrm>
            <a:off x="8828532" y="274320"/>
            <a:ext cx="22860" cy="347472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4869180"/>
            <a:ext cx="347472" cy="22860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4544568"/>
            <a:ext cx="22860" cy="347472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869180"/>
            <a:ext cx="347472" cy="22860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9" name="Shape 7"/>
          <p:cNvSpPr/>
          <p:nvPr/>
        </p:nvSpPr>
        <p:spPr>
          <a:xfrm>
            <a:off x="8828532" y="4544568"/>
            <a:ext cx="22860" cy="347472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6583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имя человека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14300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Muhammad</a:t>
            </a:r>
            <a:endParaRPr lang="en-US" sz="38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al-Xorazmiy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783 — 850   ·   Хорезм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66360" y="11430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1C2A3E"/>
          </a:solidFill>
          <a:ln w="9525">
            <a:solidFill>
              <a:srgbClr val="C8A2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128016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программист мира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день произносит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нашего земляка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66360" y="256032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2B3B52"/>
          </a:solidFill>
          <a:ln/>
        </p:spPr>
      </p:sp>
      <p:sp>
        <p:nvSpPr>
          <p:cNvPr id="16" name="Text 14"/>
          <p:cNvSpPr/>
          <p:nvPr/>
        </p:nvSpPr>
        <p:spPr>
          <a:xfrm>
            <a:off x="5349240" y="2743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3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наши школьники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3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нём не знают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977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не в детях. Проблема в том, как мы рассказываем историю.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история не запоминается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C9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810512"/>
            <a:ext cx="384048" cy="384048"/>
          </a:xfrm>
          <a:prstGeom prst="ellipse">
            <a:avLst/>
          </a:prstGeom>
          <a:solidFill>
            <a:srgbClr val="0E162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30428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3A2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Параграф</a:t>
            </a:r>
            <a:endParaRPr lang="en-US" sz="19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3A2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 даты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5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Учебник даёт годы, а не живых людей. Заучил — забыл.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60020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C9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810512"/>
            <a:ext cx="384048" cy="384048"/>
          </a:xfrm>
          <a:prstGeom prst="ellipse">
            <a:avLst/>
          </a:prstGeom>
          <a:solidFill>
            <a:srgbClr val="0E1626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230428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3A2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Нет</a:t>
            </a:r>
            <a:endParaRPr lang="en-US" sz="19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3A2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разговора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52044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5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Ребёнок не может ничего спросить у Темура или Беруни.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60020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C9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810512"/>
            <a:ext cx="384048" cy="384048"/>
          </a:xfrm>
          <a:prstGeom prst="ellipse">
            <a:avLst/>
          </a:prstGeom>
          <a:solidFill>
            <a:srgbClr val="0E1626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230428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3A2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ИИ</a:t>
            </a:r>
            <a:endParaRPr lang="en-US" sz="19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3A2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выдумывает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26364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5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Обычный чат-бот уверенно сочиняет историю. Детям — нельзя.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5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Узбекистана — не скучная. Скучно её подают.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74320"/>
            <a:ext cx="347472" cy="22860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274320"/>
            <a:ext cx="22860" cy="347472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274320"/>
            <a:ext cx="347472" cy="22860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5" name="Shape 3"/>
          <p:cNvSpPr/>
          <p:nvPr/>
        </p:nvSpPr>
        <p:spPr>
          <a:xfrm>
            <a:off x="8828532" y="274320"/>
            <a:ext cx="22860" cy="347472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4869180"/>
            <a:ext cx="347472" cy="22860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4544568"/>
            <a:ext cx="22860" cy="347472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869180"/>
            <a:ext cx="347472" cy="22860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9" name="Shape 7"/>
          <p:cNvSpPr/>
          <p:nvPr/>
        </p:nvSpPr>
        <p:spPr>
          <a:xfrm>
            <a:off x="8828532" y="4544568"/>
            <a:ext cx="22860" cy="347472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621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09728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Ребёнок спрашивает —</a:t>
            </a:r>
            <a:endParaRPr lang="en-US" sz="23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предок отвечает сам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85800" y="24231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Диалог на узбекском языке.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— только по проверенной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карточке факта, с источником.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74920" y="96012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2B3B52"/>
          </a:solidFill>
          <a:ln w="6350">
            <a:solidFill>
              <a:srgbClr val="2B3B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1097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Samarqandni poytaxt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qilib tanladingiz?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74920" y="192024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EFE4CC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20848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Samarqand — savdo yo'llari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chorrahasi. Men uni jahon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poytaxtiga aylantirdim.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Manba: «O'zbekiston tarixi», 7-sinf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 Temur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74320"/>
            <a:ext cx="347472" cy="22860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274320"/>
            <a:ext cx="22860" cy="347472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274320"/>
            <a:ext cx="347472" cy="22860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5" name="Shape 3"/>
          <p:cNvSpPr/>
          <p:nvPr/>
        </p:nvSpPr>
        <p:spPr>
          <a:xfrm>
            <a:off x="8828532" y="274320"/>
            <a:ext cx="22860" cy="347472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4869180"/>
            <a:ext cx="347472" cy="22860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4544568"/>
            <a:ext cx="22860" cy="347472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869180"/>
            <a:ext cx="347472" cy="22860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9" name="Shape 7"/>
          <p:cNvSpPr/>
          <p:nvPr/>
        </p:nvSpPr>
        <p:spPr>
          <a:xfrm>
            <a:off x="8828532" y="4544568"/>
            <a:ext cx="22860" cy="347472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5669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ОТЛИЧИЕ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932688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Герой молчит там,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молчит история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713232" y="2295144"/>
            <a:ext cx="274320" cy="274320"/>
          </a:xfrm>
          <a:prstGeom prst="ellipse">
            <a:avLst/>
          </a:prstGeom>
          <a:solidFill>
            <a:srgbClr val="C8A247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295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0432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Факт есть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11880" y="2258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Отвечает словами карточки и показывает источник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13232" y="2953512"/>
            <a:ext cx="274320" cy="274320"/>
          </a:xfrm>
          <a:prstGeom prst="ellipse">
            <a:avLst/>
          </a:prstGeom>
          <a:solidFill>
            <a:srgbClr val="C8A247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0432" y="28986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Факта нет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11880" y="291693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«Bu haqda tarix sukut saqlaydi» — история молчит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13232" y="3611880"/>
            <a:ext cx="274320" cy="274320"/>
          </a:xfrm>
          <a:prstGeom prst="ellipse">
            <a:avLst/>
          </a:prstGeom>
          <a:solidFill>
            <a:srgbClr val="C8A247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70432" y="35570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не о нём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11880" y="35753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«Iltimos, men haqimda savol ber»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5800" y="43159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одного выдуманного факта. Каждый ответ — с источником.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Продукт уже работает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макет — рабочее приложение с базой данных и тестами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5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предка, с кем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5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говорить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06040" y="16002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606040" y="23957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5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фактов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5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источниками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16002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663440" y="23957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5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вопросов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5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20840" y="16002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720840" y="23957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5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исторических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5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2514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C9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5468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Диалоги с предками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91840" y="3154680"/>
            <a:ext cx="2514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C9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315468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 и загадка дня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3154680"/>
            <a:ext cx="2514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C9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315468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Карты эпох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721608"/>
            <a:ext cx="2514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C9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72160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 фактов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91840" y="3721608"/>
            <a:ext cx="2514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C9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372160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Кинозал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35040" y="3721608"/>
            <a:ext cx="2514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C9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372160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Уровни и достижения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437083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Админ-панель для методиста  ·  Своя озвучка на узбекском  ·  Вопрос голосом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74320"/>
            <a:ext cx="347472" cy="22860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274320"/>
            <a:ext cx="22860" cy="347472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274320"/>
            <a:ext cx="347472" cy="22860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5" name="Shape 3"/>
          <p:cNvSpPr/>
          <p:nvPr/>
        </p:nvSpPr>
        <p:spPr>
          <a:xfrm>
            <a:off x="8828532" y="274320"/>
            <a:ext cx="22860" cy="347472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4869180"/>
            <a:ext cx="347472" cy="22860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4544568"/>
            <a:ext cx="22860" cy="347472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869180"/>
            <a:ext cx="347472" cy="22860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9" name="Shape 7"/>
          <p:cNvSpPr/>
          <p:nvPr/>
        </p:nvSpPr>
        <p:spPr>
          <a:xfrm>
            <a:off x="8828532" y="4544568"/>
            <a:ext cx="22860" cy="347472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5669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ЧТО ЭТО ЖИВЁТ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93268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Дети — бесплатно всегда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85800" y="14447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Классам и школам — бесплатный старт; понравилось — подписка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178308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1C2A3E"/>
          </a:solidFill>
          <a:ln w="12700">
            <a:solidFill>
              <a:srgbClr val="2B3B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19659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Школы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6968" y="256032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учителя: $10/мес за 100 учеников, за год — $100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37560" y="178308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1C2A3E"/>
          </a:solidFill>
          <a:ln w="12700">
            <a:solidFill>
              <a:srgbClr val="2B3B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38728" y="19659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Родители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38728" y="256032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родителя: прогресс ребёнка, 50 000 сум в год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9320" y="178308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1C2A3E"/>
          </a:solidFill>
          <a:ln w="12700">
            <a:solidFill>
              <a:srgbClr val="2B3B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19659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Бренды и гранты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90488" y="256032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 только там, где её видят взрослые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Платят взрослые — за инструмент. Дети получают знания бесплатно.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Первой школой станет моя собственная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A2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Продукт построен — деньги на охват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работы платформы стоит $8 000. Мы просим не на разработку — код пишу я.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C9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46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Пилот в регионах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305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5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Поездки, обучение учителей, техника для школ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60020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C9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746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Историки и контент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92040" y="21305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5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каждого факта, новые эпохи и предки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C9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809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Своя анимация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33649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5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эпизодов вместо чужих видео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83464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C9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9809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Запас на 2 года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92040" y="33649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5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живёт, даже если выручки не будет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года: весь контент заверен историками · 20 школ · 2 000 учеников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74320"/>
            <a:ext cx="347472" cy="22860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274320"/>
            <a:ext cx="22860" cy="347472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274320"/>
            <a:ext cx="347472" cy="22860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5" name="Shape 3"/>
          <p:cNvSpPr/>
          <p:nvPr/>
        </p:nvSpPr>
        <p:spPr>
          <a:xfrm>
            <a:off x="8828532" y="274320"/>
            <a:ext cx="22860" cy="347472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4869180"/>
            <a:ext cx="347472" cy="22860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4544568"/>
            <a:ext cx="22860" cy="347472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869180"/>
            <a:ext cx="347472" cy="22860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9" name="Shape 7"/>
          <p:cNvSpPr/>
          <p:nvPr/>
        </p:nvSpPr>
        <p:spPr>
          <a:xfrm>
            <a:off x="8828532" y="4544568"/>
            <a:ext cx="22860" cy="347472"/>
          </a:xfrm>
          <a:prstGeom prst="rect">
            <a:avLst/>
          </a:prstGeom>
          <a:solidFill>
            <a:srgbClr val="C8A24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234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Мне 11 лет.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 хочу, чтобы дети говорили</a:t>
            </a:r>
            <a:endParaRPr lang="en-US" sz="34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предками на своём языке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85800" y="3429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800" kern="0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TIRIK TARIX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886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Mirabror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TIRIK TARIX</dc:title>
  <dc:subject>PptxGenJS Presentation</dc:subject>
  <dc:creator>Mirabror</dc:creator>
  <cp:lastModifiedBy>Mirabror</cp:lastModifiedBy>
  <cp:revision>1</cp:revision>
  <dcterms:created xsi:type="dcterms:W3CDTF">2026-08-04T19:02:50Z</dcterms:created>
  <dcterms:modified xsi:type="dcterms:W3CDTF">2026-08-04T19:02:50Z</dcterms:modified>
</cp:coreProperties>
</file>