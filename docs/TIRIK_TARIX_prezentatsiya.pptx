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Ассалому алайкум. Откуда взялось слово «алгоритм»? Это имя человека — Мухаммад аль-Хорезми. Каждый программист мира произносит имя нашего земляка, а наши школьники о нём почти ничего не знают. Меня зовут Мираброр, мне 11 лет, и я сделал TIRIK TARIX, чтобы это исправить.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не в детях. В школе история — это параграф и даты. Спросить не у кого: Темур в учебнике молчит.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 зал предков. Выбираю Амира Темура и спрашиваю своими словами: почему вы сделали Самарканд столицей?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истории это неизвестно — герой не выдумывает. Он говорит: «Bu haqda tarix sukut saqlaydi».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Пятьдесят пять предков, девятьсот шестьдесят две карточки фактов с источниками, тысяча двести двадцать семь вопросов, восемь эпох.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Мультфильмы сознательно вынесены в фазу 2: генерация видео — самая дорогая и рискованная технология, её нельзя ставить на критический путь.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Есть админ-панель — историк правит содержание сам, без программиста. И своя озвучка на узбекском.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первого года — 20 школ и 2 000 учеников, минимум одна региональная школа.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История — это не мёртвые даты. Это живые голоса.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291840" cy="3794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737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TIRIK TARIX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937760" y="2606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история Узбекистана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93776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DE2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«Qahramonlar haqida o'qima — ular bilan gaplash»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937760" y="36118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читай про героев — поговори с ними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4297680"/>
            <a:ext cx="6583680" cy="1051560"/>
          </a:xfrm>
          <a:prstGeom prst="roundRect">
            <a:avLst>
              <a:gd name="adj" fmla="val 5217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12080" y="44348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Мираброр, 11 лет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на President Tech Award · август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есть в программе — интереса к ней нет</a:t>
            </a:r>
            <a:endParaRPr lang="en-US" sz="1500" dirty="0"/>
          </a:p>
        </p:txBody>
      </p:sp>
      <p:pic>
        <p:nvPicPr>
          <p:cNvPr id="5" name="Image 1" descr="/private/tmp/claude-502/-Users-macbookair2020-Desktop-PROJECTS-TIRIK-TARIX/91524cc7-9492-4526-b790-4d2278424718/scratchpad/deck/img/al-xorazmi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783080"/>
            <a:ext cx="2926080" cy="356616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3920" y="5440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Мухаммад аль-Хорезми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783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«АЛГОРИТМ» — ЭТО ИМЯ ЧЕЛОВЕКА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64008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произносит каждый программист мира каждый день. Наши школьники о нём почти ничего не знают.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01752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3017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млн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2286000" y="30175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школьников изучают историю Узбекистана как обязательный предмет; около 1 млн абитуриентов сдают её на вступительных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79476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794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Параграф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286000" y="379476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доминирующий формат — заучивание дат. Знания не удерживаются, спросить не у кого: учебник молчит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57200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4572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Пусто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286000" y="45720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увлекательного цифрового контента об истории на узбекском языке практически нет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534924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8680" y="5349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Выдумает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2286000" y="53492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чат-бот уверенно сочинит недостающий факт. Детям так нельзя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не читает про Темура — он с ним разговаривает</a:t>
            </a:r>
            <a:endParaRPr lang="en-US" sz="1500" dirty="0"/>
          </a:p>
        </p:txBody>
      </p:sp>
      <p:pic>
        <p:nvPicPr>
          <p:cNvPr id="5" name="Image 1" descr="/private/tmp/claude-502/-Users-macbookair2020-Desktop-PROJECTS-TIRIK-TARIX/91524cc7-9492-4526-b790-4d2278424718/scratchpad/deck/img/amir-temu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20040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0624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TARIX — бесплатная платформа, где дети изучают историю страны, разговаривая с историческими личностями на узбекском языке.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06240" y="2880360"/>
            <a:ext cx="7315200" cy="868680"/>
          </a:xfrm>
          <a:prstGeom prst="roundRect">
            <a:avLst>
              <a:gd name="adj" fmla="val 6316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480560" y="3081528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805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20640" y="300837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«Зал предков»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20640" y="33192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личностей — от Томирис до деятелей XX века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06240" y="3904488"/>
            <a:ext cx="7315200" cy="868680"/>
          </a:xfrm>
          <a:prstGeom prst="roundRect">
            <a:avLst>
              <a:gd name="adj" fmla="val 6316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0560" y="4105656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8056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120640" y="40325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 вопрос своими словами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20640" y="43434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текстом или голосом, на узбекском языке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206240" y="4928616"/>
            <a:ext cx="7315200" cy="868680"/>
          </a:xfrm>
          <a:prstGeom prst="roundRect">
            <a:avLst>
              <a:gd name="adj" fmla="val 6316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80560" y="5129784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8056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5056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Герой отвечает от первого лица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120640" y="536752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под ответом стоит источник факта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отличие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создаёт форму — за правду отвечают люди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Герой физически не может выдумать факт. Это не обещание, а архитектура.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3865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карточки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7157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получает в контекст лишь факты, проверенные историком-методистом. Своих знаний у неё нет.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2402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23865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уровня отказа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37960" y="27157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факта → «Bu haqda tarix sukut saqlaydi». Вопрос не по теме → «Iltimos, men haqimda savol ber».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6118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37581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смерти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0873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Герой не знает ничего после года своей кончины. Поле обязательно на уровне валидации.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361188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37581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виден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37960" y="40873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Ziyouz, УзА, Национальная энциклопедия, школьный учебник. Википедия источником не считается.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05840" y="5230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«Bu haqda tarix sukut saqlaydi»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56235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Герой молчит там, где молчит история. Ни одного выдуманного факта — это правило номер один.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не макет — приложение работает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7 августа 2026, взяты из работающей базы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личностей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47288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47288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962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3447288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фактов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источниками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54496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54496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1 227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254496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вопросов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61704" y="1828800"/>
            <a:ext cx="2606040" cy="17373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061704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9061704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эпох: от −3000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наших дней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4592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исторических событий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43400" y="3840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3492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 на картах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0" y="3840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05256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документальных роликов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4553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45920" y="4553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полных биографий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343400" y="4553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349240" y="4553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предмета экипировки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046720" y="4553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052560" y="45537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 в базе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Томирис, Ширака и Спитамена — до Темура, Улугбека, Навои, аль-Хорезми, Беруни, Ибн Сины, джадидов и деятелей XX века.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внутри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проверенная база фактов питает все модули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6112" y="20116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 предков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257860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 с личностью, микро-квиз после беседы, загадка дня, биография с литературой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96112" y="331012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0832" y="18288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26864" y="20116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карты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26864" y="257860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времени на 65 событий и интерактивные исторические карты по эпохам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626864" y="331012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01584" y="182880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57616" y="20116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Сынов (тесты)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57616" y="257860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1 227 вопросов, разбор ошибок со ссылкой на факт, флеш-карточки, дуэли учеников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357616" y="331012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96112" y="416052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Кинозал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96112" y="47274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документальных роликов по эпохам с тестом после просмотра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96112" y="545896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70832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26864" y="416052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626864" y="47274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уровни и звания, серии, персонаж с 10 архетипами и 32 предметами, рейтинг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626864" y="545896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01584" y="397764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57616" y="416052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Мультфильмы и кабинет учителя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357616" y="4727448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ИИ-анимация по утверждённым сценариям, прогресс класса для учителя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357616" y="5458968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продукт, а не прототип на конструкторе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0" y="18288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 3.5, PostgreSQL 16, Flyway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0" y="2697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Router), TypeScript, Tailwind CSS 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56616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8600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в режиме RAG с жёстким контекстом карточек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434840"/>
            <a:ext cx="5577840" cy="731520"/>
          </a:xfrm>
          <a:prstGeom prst="roundRect">
            <a:avLst>
              <a:gd name="adj" fmla="val 75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4434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286000" y="44348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 и распознавание узбекской речи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18288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92240" y="1901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8 736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9224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Java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34272" y="18288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34272" y="1901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15 316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034272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TypeScript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92240" y="2743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92240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28 939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492240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SQL — это контент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034272" y="2743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034272" y="2816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034272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REST-эндпоинтов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9224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76656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интернета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766560" y="418795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API-ключа или связи нет, движок сам откатывается на поиск по карточкам. Правила достоверности одинаковы в обоих режимах — это важно для школ в регионах.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контент лежит в миграциях базы и версионируется вместе с кодом: видно, кто и когда правил каждый факт. Историк редактирует содержание сам, через админ-панель, без программиста.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детей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данных и никакого публичного имени</a:t>
            </a:r>
            <a:endParaRPr lang="en-US" sz="1500" dirty="0"/>
          </a:p>
        </p:txBody>
      </p:sp>
      <p:pic>
        <p:nvPicPr>
          <p:cNvPr id="5" name="Image 1" descr="/private/tmp/claude-502/-Users-macbookair2020-Desktop-PROJECTS-TIRIK-TARIX/91524cc7-9492-4526-b790-4d2278424718/scratchpad/deck/img/mirzo-ulugbe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28800"/>
            <a:ext cx="2834640" cy="3474720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0" y="5394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Мирзо Улугбек · 1394–1449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40080" y="182880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54480" y="19385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регистрации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22402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Пользоваться всем можно сразу: профиль привязан к браузеру, XP и серия сохраняются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278892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54480" y="289864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не публично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54480" y="32004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рейтинге, чате и дуэлях виден только псевдоним. ФИО и школа — лишь в админ-панели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74904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554480" y="38587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почты, ни телефона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554480" y="41605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данные не собираются вообще. При регистрации — только то, что нужно школе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0080" y="470916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C8A247"/>
          </a:solidFill>
          <a:ln w="12700">
            <a:solidFill>
              <a:srgbClr val="F3D98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44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D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554480" y="48188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Предупреждение в чате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554480" y="51206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Ребёнку прямо сказано не сообщать личные данные в разговоре с героем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40080" y="576072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1E2637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960120" y="57607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аккаунта стирает только токен — прогресс ребёнка не теряется.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11109960" y="580644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Социальная модель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111556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не платит никогда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Бесплатно. Полностью.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подписок, ни рекламы, ни платных героев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финансирования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Грант President Tech Award — фазы 0–1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программы цифрового образования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CSR-спонсорство: пакет «спонсор эпохи» без влияния на контент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Международные образовательные гранты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0292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 платформы — около $8 000 в год. Публичная смета и годовой отчёт.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нужен грант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21488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56832" y="22219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Методист-историк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56832" y="24963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контента — то, на чём стоит весь проект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2953512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56832" y="30266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Узбекский TTS/STT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56832" y="33009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— главный технический риск и главный «вау»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0" y="3758184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56832" y="38313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56832" y="410565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школьники в регионах живут в телефоне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4562856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656832" y="46360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Пилоты в школах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56832" y="49103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дойти до регионов, а не остаться ташкентским проектом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5367528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656832" y="54406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56832" y="5715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и лимиты моделей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macbookair2020-Desktop-PROJECTS-TIRIK-TARIX/91524cc7-9492-4526-b790-4d2278424718/scratchpad/deck/img/tirik-tarix-emblem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2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идём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206240" y="1600200"/>
            <a:ext cx="7315200" cy="896112"/>
          </a:xfrm>
          <a:prstGeom prst="roundRect">
            <a:avLst>
              <a:gd name="adj" fmla="val 6122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480560" y="160020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Сейчас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0" y="1600200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Работающая платформа: 55 личностей, 962 факта, 1 227 вопросов, админ-панель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06240" y="2651760"/>
            <a:ext cx="7315200" cy="896112"/>
          </a:xfrm>
          <a:prstGeom prst="roundRect">
            <a:avLst>
              <a:gd name="adj" fmla="val 6122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480560" y="265176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Год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0" y="2651760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приложение, узбекский голос, тренажёр абитуриента, 20 школ и 2 000 учеников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3703320"/>
            <a:ext cx="7315200" cy="896112"/>
          </a:xfrm>
          <a:prstGeom prst="roundRect">
            <a:avLst>
              <a:gd name="adj" fmla="val 6122"/>
            </a:avLst>
          </a:prstGeom>
          <a:solidFill>
            <a:srgbClr val="141A26"/>
          </a:solidFill>
          <a:ln w="9525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80560" y="370332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Год 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3703320"/>
            <a:ext cx="5669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Мультфильмы-шорты, квесты «Прими решение», кабинет учителя, покрытие всей школьной программы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4892040"/>
            <a:ext cx="7315200" cy="914400"/>
          </a:xfrm>
          <a:prstGeom prst="roundRect">
            <a:avLst>
              <a:gd name="adj" fmla="val 6000"/>
            </a:avLst>
          </a:prstGeom>
          <a:solidFill>
            <a:srgbClr val="1E2637"/>
          </a:solidFill>
          <a:ln w="15240">
            <a:solidFill>
              <a:srgbClr val="C8A247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80560" y="49834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3D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«Tarix — o'lik sanalar emas, tirik ovozlar»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480560" y="5394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— это не мёртвые даты, а живые голоса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6035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8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TIRIK TARIX · Мираброр, 11 лет · Butunlay o'zbek tilida, butunlay bepul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TIRIK TARIX</dc:title>
  <dc:subject>PptxGenJS Presentation</dc:subject>
  <dc:creator>Mirabror</dc:creator>
  <cp:lastModifiedBy>Mirabror</cp:lastModifiedBy>
  <cp:revision>1</cp:revision>
  <dcterms:created xsi:type="dcterms:W3CDTF">2026-08-10T19:13:45Z</dcterms:created>
  <dcterms:modified xsi:type="dcterms:W3CDTF">2026-08-10T19:13:45Z</dcterms:modified>
</cp:coreProperties>
</file>